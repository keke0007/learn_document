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60" r:id="rId6"/>
    <p:sldMasterId id="2147483662" r:id="rId7"/>
    <p:sldMasterId id="2147483680" r:id="rId8"/>
  </p:sldMasterIdLst>
  <p:notesMasterIdLst>
    <p:notesMasterId r:id="rId11"/>
  </p:notesMasterIdLst>
  <p:handoutMasterIdLst>
    <p:handoutMasterId r:id="rId16"/>
  </p:handoutMasterIdLst>
  <p:sldIdLst>
    <p:sldId id="462" r:id="rId9"/>
    <p:sldId id="1695" r:id="rId10"/>
    <p:sldId id="1697" r:id="rId12"/>
    <p:sldId id="1699" r:id="rId13"/>
    <p:sldId id="1698" r:id="rId14"/>
    <p:sldId id="1580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头" id="{e9c860ca-611b-4d8d-be72-8c88f9d7845c}">
          <p14:sldIdLst>
            <p14:sldId id="462"/>
            <p14:sldId id="1695"/>
            <p14:sldId id="1697"/>
            <p14:sldId id="1698"/>
            <p14:sldId id="1580"/>
            <p14:sldId id="1699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晓宇" initials="李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9504F"/>
    <a:srgbClr val="B60206"/>
    <a:srgbClr val="AD2B26"/>
    <a:srgbClr val="B70006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4" autoAdjust="0"/>
    <p:restoredTop sz="95344" autoAdjust="0"/>
  </p:normalViewPr>
  <p:slideViewPr>
    <p:cSldViewPr snapToGrid="0">
      <p:cViewPr varScale="1">
        <p:scale>
          <a:sx n="82" d="100"/>
          <a:sy n="82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MapJoin分为两个阶段：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、通过MapReduce Local Task，将小表读入内存，生成HashTableFiles上传至Distributed Cache中，这里会对HashTableFiles进行压缩。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、MapReduce Job在Map阶段，每个Mapper从Distributed Cache读取HashTableFiles到内存中，顺序扫描大表，在Map阶段直接进行Join，将数据传递给下一个MapReduce任务。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2104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BA28A5B4-425F-4967-9BA7-B929EDDD6D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830AE1-BF4F-4B42-8F9F-37C32521EDE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4.png"/><Relationship Id="rId4" Type="http://schemas.openxmlformats.org/officeDocument/2006/relationships/image" Target="../media/image1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9" Type="http://schemas.openxmlformats.org/officeDocument/2006/relationships/theme" Target="../theme/theme6.xml"/><Relationship Id="rId18" Type="http://schemas.openxmlformats.org/officeDocument/2006/relationships/image" Target="../media/image7.png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042" y="5735955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042" y="5682615"/>
            <a:ext cx="2748647" cy="4486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202" y="5727065"/>
            <a:ext cx="2748647" cy="44866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93305" y="5688330"/>
            <a:ext cx="1597025" cy="5270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042" y="5718175"/>
            <a:ext cx="2748647" cy="4486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53100"/>
            <a:ext cx="2748647" cy="4486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2200910"/>
            <a:ext cx="11068685" cy="115887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7200" b="1" dirty="0" smtClean="0"/>
              <a:t>Apache Flink</a:t>
            </a:r>
            <a:endParaRPr kumimoji="1" lang="en-US" altLang="zh-CN" sz="7200" b="1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实时计算引擎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MapJoin简单说就是在Map阶段将小表读入内存，顺序扫描大表完成Join。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Hive MapJoin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rcRect t="3634"/>
          <a:stretch>
            <a:fillRect/>
          </a:stretch>
        </p:blipFill>
        <p:spPr>
          <a:xfrm>
            <a:off x="2864485" y="2080895"/>
            <a:ext cx="6838950" cy="4580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当维度表和事实表进行Join时，为了避免shuffle，可将大小有限的维度表数据分发到每个节点上，供事实表使用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SparkSQL Broadcast Join</a:t>
            </a:r>
            <a:endParaRPr lang="en-US" altLang="zh-CN"/>
          </a:p>
        </p:txBody>
      </p:sp>
      <p:graphicFrame>
        <p:nvGraphicFramePr>
          <p:cNvPr id="6" name="对象 5"/>
          <p:cNvGraphicFramePr/>
          <p:nvPr>
            <p:custDataLst>
              <p:tags r:id="rId1"/>
            </p:custDataLst>
          </p:nvPr>
        </p:nvGraphicFramePr>
        <p:xfrm>
          <a:off x="3056255" y="2127250"/>
          <a:ext cx="6574790" cy="4566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4823460" imgH="3505200" progId="Paint.Picture">
                  <p:embed/>
                </p:oleObj>
              </mc:Choice>
              <mc:Fallback>
                <p:oleObj name="" r:id="rId2" imgW="4823460" imgH="35052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56255" y="2127250"/>
                        <a:ext cx="6574790" cy="4566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实时订单流和实时订单明细流：Kafka 的两个 topic，要求实时统计每分钟内所有订单下的商品分布详情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Flink DataStream Join</a:t>
            </a:r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260" y="2490470"/>
            <a:ext cx="5745480" cy="27343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基于窗口的 Join ：将两条输入流中的元素分配到公共窗口中并在窗口完成时进行 Join（或 Cogroup）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Flink DataStream Window Join</a:t>
            </a:r>
            <a:endParaRPr lang="en-US" altLang="zh-CN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2174875" y="2108835"/>
            <a:ext cx="7990840" cy="44437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525,&quot;width&quot;:7602}"/>
</p:tagLst>
</file>

<file path=ppt/tags/tag2.xml><?xml version="1.0" encoding="utf-8"?>
<p:tagLst xmlns:p="http://schemas.openxmlformats.org/presentationml/2006/main">
  <p:tag name="COMMONDATA" val="eyJoZGlkIjoiYjc5MzFiNjA2OWRhMzQ0NmNmMzY5ZjZlMzZmOGI2MDU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WPS 演示</Application>
  <PresentationFormat>宽屏</PresentationFormat>
  <Paragraphs>20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阿里巴巴普惠体</vt:lpstr>
      <vt:lpstr>Segoe UI</vt:lpstr>
      <vt:lpstr>微软雅黑</vt:lpstr>
      <vt:lpstr>Verdana</vt:lpstr>
      <vt:lpstr>华文楷体</vt:lpstr>
      <vt:lpstr>Alibaba PuHuiTi</vt:lpstr>
      <vt:lpstr>Alibaba PuHuiTi M</vt:lpstr>
      <vt:lpstr>Segoe UI Light</vt:lpstr>
      <vt:lpstr>微软雅黑 Light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Paint.Picture</vt:lpstr>
      <vt:lpstr>Apache Flink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xuyuan</cp:lastModifiedBy>
  <cp:revision>508</cp:revision>
  <dcterms:created xsi:type="dcterms:W3CDTF">2020-03-31T02:23:00Z</dcterms:created>
  <dcterms:modified xsi:type="dcterms:W3CDTF">2022-08-06T03:37:22Z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949EEAECB340436DA135FA6E758D6B27</vt:lpwstr>
  </property>
  <property fmtid="{D5CDD505-2E9C-101B-9397-08002B2CF9AE}" pid="3" name="KSOProductBuildVer">
    <vt:lpwstr>2052-11.1.0.11875</vt:lpwstr>
  </property>
</Properties>
</file>